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1645920" cy="164592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建立AI世界观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普通人也能看懂的 AI 认知课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26080" y="3200400"/>
            <a:ext cx="32918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理论 · 零基础 · 2026 年 6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究竟是什么？三个比喻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记不住术语没关系。这三个画面，看完就能跟任何人解释 AI。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读过图书馆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但没出过门的人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2331720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读过互联网上几乎所有文字，知识面极广。但它没有真实经历——它说的话是"拼"出来的，不是"活"出来的。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55448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6052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能力超强的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实习生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7600" y="2331720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干活快、知识广、但偶尔会犯错。你交代得越清楚他做得越好，最终拍板的永远是你。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55448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828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填字游戏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高手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331720"/>
            <a:ext cx="1828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不是在查答案，是在猜下一个最合适的字。一个接一个地猜，就串成了一段话——这就是为什么它有时会胡扯。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46634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核心记法：AI = 一个读过所有书但没出过门、干活快但需要你盯着、擅长猜字但不管真假的实习生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比喻一：读过整个图书馆、但从没出过门的人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想象这样一个人…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17373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一辈子关在图书馆里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读完了每一本书、每一篇文章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阅读量比全世界任何人都大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你问他"巴黎怎么样？"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他能说出铁塔高度、左岸咖啡馆、法式面包做法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但他从没去过巴黎。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他不知道铁塔下小贩的叫卖声，不知道左岸右岸之间的真实距离。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他说的每句话都是书上看来的，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组合得很漂亮，但可能跟现实有出入。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0" y="1097280"/>
            <a:ext cx="3474720" cy="1645920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303520" y="12801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这就是 AI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它"读"过互联网上几乎所有文字，输出极其流畅。但它没有任何真实体验——它说的话来源于文字之间的统计规律，不是来源于亲身经历。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0" y="3017520"/>
            <a:ext cx="3474720" cy="914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7"/>
          <p:cNvSpPr/>
          <p:nvPr/>
        </p:nvSpPr>
        <p:spPr>
          <a:xfrm>
            <a:off x="5212080" y="3063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是一个读书破万卷、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但从没出过图书馆大门的人。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03520" y="4114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什么场景下用这个比喻？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当朋友觉得 AI 什么都知道、什么都是对的时候 —— 提醒他：AI 只是把读到的东西拼出一个漂亮答案，没有真实经验支撑。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比喻二：把 AI 当成一个超级实习生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秒出活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你说需求，他秒出初稿，从不拖延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383280" y="118872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2044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知识面宽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520440" y="1828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从法律条文到菜谱配方都知道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0" y="118872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6364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偶尔犯错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63640" y="1828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会犯低级错误，你不能全信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10896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靠你指引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7240" y="3749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你说得清楚他做得好；说得模糊他就乱猜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383280" y="310896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52044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你负责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520440" y="3749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活是他干的，锅是你的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以后每次打开 AI，心里默念："我的实习生来了，我来给他派活。"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比喻三：填字游戏高手，不是百度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常见误区：把 AI 当搜索引擎用 —— 输入关键词、等正确答案。错了。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的真正工作方式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13716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你输入 → "床前明月"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020824" y="2468880"/>
            <a:ext cx="164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94560" y="2468880"/>
            <a:ext cx="1371600" cy="731520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扫描所有读过的文字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575304" y="2468880"/>
            <a:ext cx="164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749040" y="2468880"/>
            <a:ext cx="1371600" cy="731520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74904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找到下一个最可能的字 → "光"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29784" y="2468880"/>
            <a:ext cx="164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03520" y="2468880"/>
            <a:ext cx="1371600" cy="731520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一个字一个字重复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84264" y="2468880"/>
            <a:ext cx="164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858000" y="2468880"/>
            <a:ext cx="1371600" cy="731520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24688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串成一段流畅的话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这就是为什么 AI 有时会"胡说八道"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当它不知道正确答案时，它会猜一个"看起来最像正确答案"的答案，而且说得信心满满。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是在编一个最像正确答案的回答，不是在查找正确答案。所以你需要验证。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一张图记住：什么该交给 AI，什么该自己来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468880" cy="6400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97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放心交给它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2468880" cy="29260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7452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写初稿：邮件、周报、通知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做总结：长文提炼核心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翻译：中英互译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整理信息：分类归纳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找灵感：头脑风暴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097280"/>
            <a:ext cx="2468880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097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用但要核实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337560" y="1737360"/>
            <a:ext cx="2468880" cy="29260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2" name="Text 8"/>
          <p:cNvSpPr/>
          <p:nvPr/>
        </p:nvSpPr>
        <p:spPr>
          <a:xfrm>
            <a:off x="3520440" y="187452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问事实：数字可能编的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要建议：分析框架可用，决定自己来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写专业内容：合同、法律文档需把关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097280"/>
            <a:ext cx="2468880" cy="6400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9400" y="1097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别让它做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035040" y="1737360"/>
            <a:ext cx="2468880" cy="29260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7" name="Text 12"/>
          <p:cNvSpPr/>
          <p:nvPr/>
        </p:nvSpPr>
        <p:spPr>
          <a:xfrm>
            <a:off x="6217920" y="187452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拍板做决定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聊刚发生的实时新闻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需要经验和直觉的判断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绿灯：放心交给 AI 的 5 件事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051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写初稿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03120" y="10515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写邮件、周报、通知。说清要点 → 出初稿 → 改一改就发。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0" y="1051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"帮我写一封邮件，通知团队下周一下午三点开季度总结会，轻松一点别太严肃。" —— 10 秒出稿。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28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做总结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103120" y="18288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页报告不想读？贴进去："用 300 字告诉我核心讲了什么。" 1 分钟后你就知道。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606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翻译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103120" y="26060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中翻英、英翻中，质量不输专业翻译。还能指定语气——"商务正式"还是"日常聊天"。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383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整理信息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103120" y="3383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条用户评论，想知道大家在夸什么骂什么？贴进去，秒出归类。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16052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1605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找灵感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103120" y="4160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明天团建不知道玩什么？"给我 20 个团建点子，要原创搞笑。" 你挑一个就行。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黄灯 + 红灯：什么要小心、什么别碰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4572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61288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97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黄灯：可以用但必须核实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6916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问事实 → 自己去查一遍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"2025 年全球 AI 市场规模多少？" AI 给的具体数字很可能是编的。开了联网搜索好一点，也别全信。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要建议 → 用它理思路，别用它拍板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"我该不该跳槽？" AI 能列出利弊框架，但它不认识你老板、没见过你同事、不知道你房贷压力。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写专业内容 → 交给专业人士把关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写合同格式天衣无缝，条款可能有坑。给人看之前先给律师看。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749040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6128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097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红灯：想都别想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754880" y="155448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937760" y="169164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让它替你拿主意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能摆利弊，但做决定需要你的判断力、责任感、对真实情况的把握。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聊今天刚发生的事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大多数 AI 的训练数据有截止日期。今天下午的新闻它不知道，除非你手动喂给它。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需要真实直觉的判断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老医生看病人一眼觉得不对劲、老销售听两句话就知道客户在犹豫什么——这种经验直觉 AI 没有。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大胆用    </a:t>
            </a:r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核实用    </a:t>
            </a:r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自己来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怎么跟 AI 说话才管用？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先告诉它 你是谁、在什么场景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657600" cy="5029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83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我刚入职三个月做市场营销。领导数据驱动。下周一 Q2 汇报，帮我搭个框架。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1783080"/>
            <a:ext cx="3657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0" name="Text 7"/>
          <p:cNvSpPr/>
          <p:nvPr/>
        </p:nvSpPr>
        <p:spPr>
          <a:xfrm>
            <a:off x="4709160" y="1783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怎么写工作汇报？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71600" y="2423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不要一次搞定，分几轮来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3108960"/>
            <a:ext cx="3657600" cy="5029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108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第1轮：先要提纲 → 第2轮：确认方向再写正文 → 第3轮：提修改意见。就像跟同事改方案。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0" y="3108960"/>
            <a:ext cx="3657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7" name="Text 14"/>
          <p:cNvSpPr/>
          <p:nvPr/>
        </p:nvSpPr>
        <p:spPr>
          <a:xfrm>
            <a:off x="4709160" y="3108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发一条指令不满意就直接放弃。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71600" y="3749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不会表达就给它看例子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4434840"/>
            <a:ext cx="3657600" cy="5029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434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贴一段你喜欢的文字，说"参考这个风格来帮我写"。AI 秒懂什么是你要的"好"。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0" y="4434840"/>
            <a:ext cx="365760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4" name="Text 21"/>
          <p:cNvSpPr/>
          <p:nvPr/>
        </p:nvSpPr>
        <p:spPr>
          <a:xfrm>
            <a:off x="4709160" y="44348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写得好一点，专业一点 —— AI 不知道你说的"好"长什么样。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6634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说清楚你是谁 → 说清楚你要什么 → 不满意就让它改 → 不会表达就给它看例子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74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371600"/>
            <a:ext cx="3200400" cy="3200400"/>
          </a:xfrm>
          <a:prstGeom prst="ellipse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0"/>
            <a:ext cx="1828800" cy="182880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总结：你学会了什么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325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一个稳得住的心态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691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不是神也不是魔鬼。它是一个能力超强但会犯错的实习生——你指方向、它干活、你把关。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423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一套够用的判断力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788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看到问题能秒判断：🟢 交给它 → 🟡 先做但核实 → 🔴 还是自己来。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35204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一个简单的对话方法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886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说清背景 → 分步来 → 不满意就改 → 不会说就给它看例子。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4297680"/>
            <a:ext cx="457200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是一根杠杆。它能放大你的力气，但支点永远在你手上 —— 你的判断力。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建立AI世界观</dc:title>
  <dc:subject>PptxGenJS Presentation</dc:subject>
  <dc:creator>WorkBuddy</dc:creator>
  <cp:lastModifiedBy>WorkBuddy</cp:lastModifiedBy>
  <cp:revision>1</cp:revision>
  <dcterms:created xsi:type="dcterms:W3CDTF">2026-06-30T09:13:43Z</dcterms:created>
  <dcterms:modified xsi:type="dcterms:W3CDTF">2026-06-30T09:13:43Z</dcterms:modified>
</cp:coreProperties>
</file>